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4882e4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4882e4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b4882e47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b4882e4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b4882e47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b4882e47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b4882e4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b4882e4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4882e47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b4882e47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b4882e47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b4882e47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b4882e47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b4882e47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b4882e47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b4882e47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05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ÍNDICE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145350"/>
            <a:ext cx="8520600" cy="24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671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0"/>
              <a:buAutoNum type="arabicPeriod"/>
            </a:pPr>
            <a:r>
              <a:rPr lang="es" sz="2490">
                <a:solidFill>
                  <a:schemeClr val="dk1"/>
                </a:solidFill>
              </a:rPr>
              <a:t>Fase 1: Lenguajes y paradigmas de programación</a:t>
            </a:r>
            <a:endParaRPr sz="249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0">
              <a:solidFill>
                <a:schemeClr val="dk1"/>
              </a:solidFill>
            </a:endParaRPr>
          </a:p>
          <a:p>
            <a:pPr indent="-38671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0"/>
              <a:buAutoNum type="arabicPeriod"/>
            </a:pPr>
            <a:r>
              <a:rPr lang="es" sz="2490">
                <a:solidFill>
                  <a:schemeClr val="dk1"/>
                </a:solidFill>
              </a:rPr>
              <a:t>Fase 2: Programa secuencia de números</a:t>
            </a:r>
            <a:endParaRPr sz="249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0">
              <a:solidFill>
                <a:schemeClr val="dk1"/>
              </a:solidFill>
            </a:endParaRPr>
          </a:p>
          <a:p>
            <a:pPr indent="-38671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0"/>
              <a:buAutoNum type="arabicPeriod"/>
            </a:pPr>
            <a:r>
              <a:rPr lang="es" sz="2490">
                <a:solidFill>
                  <a:schemeClr val="dk1"/>
                </a:solidFill>
              </a:rPr>
              <a:t>Fase 3: Programa diseño de una clase de estudiantes</a:t>
            </a:r>
            <a:endParaRPr sz="2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90">
                <a:solidFill>
                  <a:schemeClr val="dk1"/>
                </a:solidFill>
              </a:rPr>
              <a:t>4.  Ejemplos visuales de diferentes paradigmas</a:t>
            </a:r>
            <a:endParaRPr sz="24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Fase 1: Paradigmas de programación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Paradigma estructurado: ventajas y ejemplo.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Paradigma orientado a objetos: ventajas y ejemplo.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Paradigma dirigido por eventos: ventajas y ejemplo.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Diferencia de paradigma orientado a objetos y dirigido por eventos.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Lenguajes de programación </a:t>
            </a:r>
            <a:r>
              <a:rPr lang="es">
                <a:solidFill>
                  <a:schemeClr val="dk1"/>
                </a:solidFill>
              </a:rPr>
              <a:t>existentes.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Conclusión relacionada con los programas de la fase 2 y la fase 3.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Fase 2: Programa secuencia de números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Explicación del programa: Finalidad, lenguaje, paradigma usado y funcionamiento.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Explicación del potencial del lenguaje python.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Aspectos relevantes.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Fase 3: Programa diseño de una clase de estudiantes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Explicación del programa: Funcionamiento, lenguaje utilizado, estructura y paradigma utilizado.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Explicación del potencial del paradigma </a:t>
            </a:r>
            <a:r>
              <a:rPr lang="es">
                <a:solidFill>
                  <a:schemeClr val="dk1"/>
                </a:solidFill>
              </a:rPr>
              <a:t>orientado</a:t>
            </a:r>
            <a:r>
              <a:rPr lang="es">
                <a:solidFill>
                  <a:schemeClr val="dk1"/>
                </a:solidFill>
              </a:rPr>
              <a:t> a objetos.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Aspectos relevantes.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Ejemplos visuales de diferentes paradigmas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Ejemplo visual paradigma estructurado.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Ejemplo visual paradigma orientado a objetos.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>
                <a:solidFill>
                  <a:schemeClr val="dk1"/>
                </a:solidFill>
              </a:rPr>
              <a:t>Ejemplo visual paradigma dirigido por eventos.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Ejemplo visual paradigma estructurado</a:t>
            </a:r>
            <a:endParaRPr b="1"/>
          </a:p>
        </p:txBody>
      </p:sp>
      <p:pic>
        <p:nvPicPr>
          <p:cNvPr id="85" name="Google Shape;85;p18" title="Programación-estructurada-I.hidekazu-CC-BY-SA-httpscreativecommons.orglicensesby-sa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00" y="1179650"/>
            <a:ext cx="5715000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Ejemplo visual paradigma orientado a objetos</a:t>
            </a:r>
            <a:endParaRPr b="1"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50" y="1482062"/>
            <a:ext cx="3821799" cy="286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3350" y="1441768"/>
            <a:ext cx="3821799" cy="2862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Ejemplo visual paradigma dirigido por eventos</a:t>
            </a:r>
            <a:endParaRPr b="1"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7" cy="3106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10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5420"/>
              <a:t>FIN</a:t>
            </a:r>
            <a:endParaRPr b="1" sz="5420"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676900"/>
            <a:ext cx="8520600" cy="28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chemeClr val="dk1"/>
                </a:solidFill>
              </a:rPr>
              <a:t>¡MUCHAS GRACIAS!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457200" lvl="0" marL="5029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2191">
                <a:solidFill>
                  <a:schemeClr val="dk1"/>
                </a:solidFill>
              </a:rPr>
              <a:t>Óscar Ortega Rueda</a:t>
            </a:r>
            <a:endParaRPr b="1" sz="219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